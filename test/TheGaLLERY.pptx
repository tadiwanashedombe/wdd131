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1883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78460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8201094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734855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45047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13624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7547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7469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032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6025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16751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78359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52238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0027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8268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52186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6099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5284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41048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5997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43256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38916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10872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9180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13689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12238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5263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73843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30301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64286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967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25601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548000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57335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889810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16968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554192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532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062427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54577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67595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197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533399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79580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0322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91278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90101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41774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62509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3398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62952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017119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861798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4443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36804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49212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2080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85447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1084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56688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0870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9489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74341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72988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07843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1424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534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4995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48082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714459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15014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Relationship Id="rId7" Type="http://schemas.openxmlformats.org/officeDocument/2006/relationships/image" Target="../media/image3.png"/><Relationship Id="rId8" Type="http://schemas.openxmlformats.org/officeDocument/2006/relationships/image" Target="../media/media3.svg"/><Relationship Id="rId9" Type="http://schemas.openxmlformats.org/officeDocument/2006/relationships/image" Target="../media/image4.png"/><Relationship Id="rId10" Type="http://schemas.openxmlformats.org/officeDocument/2006/relationships/image" Target="../media/media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73236" name=""/>
          <p:cNvSpPr/>
          <p:nvPr/>
        </p:nvSpPr>
        <p:spPr bwMode="auto">
          <a:xfrm rot="0" flipH="0" flipV="0">
            <a:off x="318428" y="244928"/>
            <a:ext cx="3300185" cy="64116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120751" name=""/>
          <p:cNvSpPr/>
          <p:nvPr/>
        </p:nvSpPr>
        <p:spPr bwMode="auto">
          <a:xfrm rot="0" flipH="0" flipV="0">
            <a:off x="4177783" y="1457989"/>
            <a:ext cx="7093856" cy="45087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54537679" name=""/>
          <p:cNvSpPr/>
          <p:nvPr/>
        </p:nvSpPr>
        <p:spPr bwMode="auto">
          <a:xfrm rot="0" flipH="0" flipV="0">
            <a:off x="345642" y="6095999"/>
            <a:ext cx="3220356" cy="4807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1620768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318428" y="6045642"/>
            <a:ext cx="581499" cy="581499"/>
          </a:xfrm>
          <a:prstGeom prst="rect">
            <a:avLst/>
          </a:prstGeom>
        </p:spPr>
      </p:pic>
      <p:pic>
        <p:nvPicPr>
          <p:cNvPr id="822160202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144392" y="6146357"/>
            <a:ext cx="488928" cy="480785"/>
          </a:xfrm>
          <a:prstGeom prst="rect">
            <a:avLst/>
          </a:prstGeom>
        </p:spPr>
      </p:pic>
      <p:pic>
        <p:nvPicPr>
          <p:cNvPr id="1648144931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2833615" y="6095999"/>
            <a:ext cx="480940" cy="480940"/>
          </a:xfrm>
          <a:prstGeom prst="rect">
            <a:avLst/>
          </a:prstGeom>
        </p:spPr>
      </p:pic>
      <p:pic>
        <p:nvPicPr>
          <p:cNvPr id="2068752208" name="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flipH="0" flipV="0">
            <a:off x="1873249" y="6095999"/>
            <a:ext cx="547311" cy="547311"/>
          </a:xfrm>
          <a:prstGeom prst="rect">
            <a:avLst/>
          </a:prstGeom>
        </p:spPr>
      </p:pic>
      <p:sp>
        <p:nvSpPr>
          <p:cNvPr id="935673181" name=""/>
          <p:cNvSpPr/>
          <p:nvPr/>
        </p:nvSpPr>
        <p:spPr bwMode="auto">
          <a:xfrm rot="0" flipH="0" flipV="0">
            <a:off x="480380" y="1120588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1</a:t>
            </a:r>
            <a:endParaRPr/>
          </a:p>
        </p:txBody>
      </p:sp>
      <p:sp>
        <p:nvSpPr>
          <p:cNvPr id="797111087" name=""/>
          <p:cNvSpPr/>
          <p:nvPr/>
        </p:nvSpPr>
        <p:spPr bwMode="auto">
          <a:xfrm rot="0" flipH="0" flipV="0">
            <a:off x="2090558" y="1120588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2</a:t>
            </a:r>
            <a:endParaRPr/>
          </a:p>
        </p:txBody>
      </p:sp>
      <p:sp>
        <p:nvSpPr>
          <p:cNvPr id="933281274" name=""/>
          <p:cNvSpPr/>
          <p:nvPr/>
        </p:nvSpPr>
        <p:spPr bwMode="auto">
          <a:xfrm rot="0" flipH="0" flipV="0">
            <a:off x="480380" y="2801470"/>
            <a:ext cx="999191" cy="7937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Image1</a:t>
            </a:r>
            <a:endParaRPr/>
          </a:p>
        </p:txBody>
      </p:sp>
      <p:sp>
        <p:nvSpPr>
          <p:cNvPr id="1322772772" name=""/>
          <p:cNvSpPr/>
          <p:nvPr/>
        </p:nvSpPr>
        <p:spPr bwMode="auto">
          <a:xfrm rot="0" flipH="0" flipV="0">
            <a:off x="1647310" y="3893670"/>
            <a:ext cx="1799453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Image5</a:t>
            </a:r>
            <a:endParaRPr sz="1800"/>
          </a:p>
        </p:txBody>
      </p:sp>
      <p:sp>
        <p:nvSpPr>
          <p:cNvPr id="1882147378" name=""/>
          <p:cNvSpPr/>
          <p:nvPr/>
        </p:nvSpPr>
        <p:spPr bwMode="auto">
          <a:xfrm rot="0" flipH="0" flipV="0">
            <a:off x="480380" y="3893670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Image4</a:t>
            </a:r>
            <a:endParaRPr sz="1800"/>
          </a:p>
        </p:txBody>
      </p:sp>
      <p:sp>
        <p:nvSpPr>
          <p:cNvPr id="605770925" name=""/>
          <p:cNvSpPr/>
          <p:nvPr/>
        </p:nvSpPr>
        <p:spPr bwMode="auto">
          <a:xfrm rot="0" flipH="0" flipV="0">
            <a:off x="2502130" y="2847787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Image3</a:t>
            </a:r>
            <a:endParaRPr sz="1800"/>
          </a:p>
        </p:txBody>
      </p:sp>
      <p:sp>
        <p:nvSpPr>
          <p:cNvPr id="1869832378" name=""/>
          <p:cNvSpPr/>
          <p:nvPr/>
        </p:nvSpPr>
        <p:spPr bwMode="auto">
          <a:xfrm rot="0" flipH="0" flipV="0">
            <a:off x="1633321" y="2847787"/>
            <a:ext cx="773251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Image2</a:t>
            </a:r>
            <a:endParaRPr sz="1800"/>
          </a:p>
        </p:txBody>
      </p:sp>
      <p:sp>
        <p:nvSpPr>
          <p:cNvPr id="449966094" name=""/>
          <p:cNvSpPr/>
          <p:nvPr/>
        </p:nvSpPr>
        <p:spPr bwMode="auto">
          <a:xfrm rot="0" flipH="0" flipV="0">
            <a:off x="2547037" y="4992219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Image8</a:t>
            </a:r>
            <a:endParaRPr sz="1800"/>
          </a:p>
        </p:txBody>
      </p:sp>
      <p:sp>
        <p:nvSpPr>
          <p:cNvPr id="114967722" name=""/>
          <p:cNvSpPr/>
          <p:nvPr/>
        </p:nvSpPr>
        <p:spPr bwMode="auto">
          <a:xfrm rot="0" flipH="0" flipV="0">
            <a:off x="1547846" y="4992219"/>
            <a:ext cx="954283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Image7</a:t>
            </a:r>
            <a:endParaRPr sz="1800"/>
          </a:p>
        </p:txBody>
      </p:sp>
      <p:sp>
        <p:nvSpPr>
          <p:cNvPr id="404002682" name=""/>
          <p:cNvSpPr/>
          <p:nvPr/>
        </p:nvSpPr>
        <p:spPr bwMode="auto">
          <a:xfrm rot="0" flipH="0" flipV="0">
            <a:off x="480380" y="4992219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Image6</a:t>
            </a:r>
            <a:endParaRPr sz="1800"/>
          </a:p>
        </p:txBody>
      </p:sp>
      <p:sp>
        <p:nvSpPr>
          <p:cNvPr id="937851182" name=""/>
          <p:cNvSpPr txBox="1"/>
          <p:nvPr/>
        </p:nvSpPr>
        <p:spPr bwMode="auto">
          <a:xfrm rot="0" flipH="0" flipV="0">
            <a:off x="5591031" y="4123538"/>
            <a:ext cx="945359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Image1</a:t>
            </a:r>
            <a:endParaRPr/>
          </a:p>
        </p:txBody>
      </p:sp>
      <p:sp>
        <p:nvSpPr>
          <p:cNvPr id="2054199892" name=""/>
          <p:cNvSpPr txBox="1"/>
          <p:nvPr/>
        </p:nvSpPr>
        <p:spPr bwMode="auto">
          <a:xfrm rot="0" flipH="0" flipV="0">
            <a:off x="5591031" y="4123538"/>
            <a:ext cx="945359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Image1</a:t>
            </a:r>
            <a:endParaRPr/>
          </a:p>
        </p:txBody>
      </p:sp>
      <p:sp>
        <p:nvSpPr>
          <p:cNvPr id="1355627828" name=""/>
          <p:cNvSpPr txBox="1"/>
          <p:nvPr/>
        </p:nvSpPr>
        <p:spPr bwMode="auto">
          <a:xfrm rot="0" flipH="0" flipV="0">
            <a:off x="5591031" y="4123538"/>
            <a:ext cx="945359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Image1</a:t>
            </a:r>
            <a:endParaRPr/>
          </a:p>
        </p:txBody>
      </p:sp>
      <p:sp>
        <p:nvSpPr>
          <p:cNvPr id="167810269" name=""/>
          <p:cNvSpPr txBox="1"/>
          <p:nvPr/>
        </p:nvSpPr>
        <p:spPr bwMode="auto">
          <a:xfrm rot="0" flipH="0" flipV="0">
            <a:off x="5591031" y="4123538"/>
            <a:ext cx="9457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757189956" name=""/>
          <p:cNvSpPr txBox="1"/>
          <p:nvPr/>
        </p:nvSpPr>
        <p:spPr bwMode="auto">
          <a:xfrm rot="0" flipH="0" flipV="0">
            <a:off x="421176" y="280146"/>
            <a:ext cx="193051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TheGaLLeRY</a:t>
            </a:r>
            <a:endParaRPr sz="2200"/>
          </a:p>
        </p:txBody>
      </p:sp>
      <p:sp>
        <p:nvSpPr>
          <p:cNvPr id="622767469" name=""/>
          <p:cNvSpPr txBox="1"/>
          <p:nvPr/>
        </p:nvSpPr>
        <p:spPr bwMode="auto">
          <a:xfrm rot="0" flipH="0" flipV="0">
            <a:off x="4257905" y="1547559"/>
            <a:ext cx="193087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TheGaLLeRY</a:t>
            </a:r>
            <a:endParaRPr sz="2200"/>
          </a:p>
        </p:txBody>
      </p:sp>
      <p:pic>
        <p:nvPicPr>
          <p:cNvPr id="15684605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30603" y="1584578"/>
            <a:ext cx="581499" cy="581499"/>
          </a:xfrm>
          <a:prstGeom prst="rect">
            <a:avLst/>
          </a:prstGeom>
        </p:spPr>
      </p:pic>
      <p:pic>
        <p:nvPicPr>
          <p:cNvPr id="93622773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543332" y="1634934"/>
            <a:ext cx="488927" cy="480784"/>
          </a:xfrm>
          <a:prstGeom prst="rect">
            <a:avLst/>
          </a:prstGeom>
        </p:spPr>
      </p:pic>
      <p:pic>
        <p:nvPicPr>
          <p:cNvPr id="933026397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0286260" y="1634934"/>
            <a:ext cx="480940" cy="480940"/>
          </a:xfrm>
          <a:prstGeom prst="rect">
            <a:avLst/>
          </a:prstGeom>
        </p:spPr>
      </p:pic>
      <p:pic>
        <p:nvPicPr>
          <p:cNvPr id="209485488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9449616" y="1601750"/>
            <a:ext cx="547310" cy="547310"/>
          </a:xfrm>
          <a:prstGeom prst="rect">
            <a:avLst/>
          </a:prstGeom>
        </p:spPr>
      </p:pic>
      <p:sp>
        <p:nvSpPr>
          <p:cNvPr id="622760350" name=""/>
          <p:cNvSpPr/>
          <p:nvPr/>
        </p:nvSpPr>
        <p:spPr bwMode="auto">
          <a:xfrm rot="0" flipH="0" flipV="0">
            <a:off x="4341949" y="2333809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1</a:t>
            </a:r>
            <a:endParaRPr/>
          </a:p>
        </p:txBody>
      </p:sp>
      <p:sp>
        <p:nvSpPr>
          <p:cNvPr id="1334144300" name=""/>
          <p:cNvSpPr/>
          <p:nvPr/>
        </p:nvSpPr>
        <p:spPr bwMode="auto">
          <a:xfrm rot="0" flipH="0" flipV="0">
            <a:off x="6134062" y="2333809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2</a:t>
            </a:r>
            <a:endParaRPr/>
          </a:p>
        </p:txBody>
      </p:sp>
      <p:sp>
        <p:nvSpPr>
          <p:cNvPr id="686607798" name=""/>
          <p:cNvSpPr/>
          <p:nvPr/>
        </p:nvSpPr>
        <p:spPr bwMode="auto">
          <a:xfrm rot="0" flipH="0" flipV="0">
            <a:off x="7974175" y="2333809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3</a:t>
            </a:r>
            <a:endParaRPr/>
          </a:p>
        </p:txBody>
      </p:sp>
      <p:sp>
        <p:nvSpPr>
          <p:cNvPr id="1562326042" name=""/>
          <p:cNvSpPr/>
          <p:nvPr/>
        </p:nvSpPr>
        <p:spPr bwMode="auto">
          <a:xfrm rot="0" flipH="0" flipV="0">
            <a:off x="9649721" y="2383488"/>
            <a:ext cx="1475440" cy="139139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Collection 4</a:t>
            </a:r>
            <a:endParaRPr/>
          </a:p>
        </p:txBody>
      </p:sp>
      <p:sp>
        <p:nvSpPr>
          <p:cNvPr id="1646701868" name=""/>
          <p:cNvSpPr/>
          <p:nvPr/>
        </p:nvSpPr>
        <p:spPr bwMode="auto">
          <a:xfrm rot="0" flipH="0" flipV="0">
            <a:off x="4408725" y="3977339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Image1</a:t>
            </a:r>
            <a:endParaRPr/>
          </a:p>
        </p:txBody>
      </p:sp>
      <p:sp>
        <p:nvSpPr>
          <p:cNvPr id="1658457500" name=""/>
          <p:cNvSpPr/>
          <p:nvPr/>
        </p:nvSpPr>
        <p:spPr bwMode="auto">
          <a:xfrm rot="0" flipH="0" flipV="0">
            <a:off x="9386533" y="3977339"/>
            <a:ext cx="1799453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Image5</a:t>
            </a:r>
            <a:endParaRPr sz="1800"/>
          </a:p>
        </p:txBody>
      </p:sp>
      <p:sp>
        <p:nvSpPr>
          <p:cNvPr id="403058816" name=""/>
          <p:cNvSpPr/>
          <p:nvPr/>
        </p:nvSpPr>
        <p:spPr bwMode="auto">
          <a:xfrm rot="0" flipH="0" flipV="0">
            <a:off x="8220491" y="3977339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Image4</a:t>
            </a:r>
            <a:endParaRPr sz="1800"/>
          </a:p>
        </p:txBody>
      </p:sp>
      <p:sp>
        <p:nvSpPr>
          <p:cNvPr id="1744332497" name=""/>
          <p:cNvSpPr/>
          <p:nvPr/>
        </p:nvSpPr>
        <p:spPr bwMode="auto">
          <a:xfrm rot="0" flipH="0" flipV="0">
            <a:off x="6871783" y="3977339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Image3</a:t>
            </a:r>
            <a:endParaRPr sz="1800"/>
          </a:p>
        </p:txBody>
      </p:sp>
      <p:sp>
        <p:nvSpPr>
          <p:cNvPr id="1259125395" name=""/>
          <p:cNvSpPr/>
          <p:nvPr/>
        </p:nvSpPr>
        <p:spPr bwMode="auto">
          <a:xfrm rot="0" flipH="0" flipV="0">
            <a:off x="5677266" y="3977339"/>
            <a:ext cx="77325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Image2</a:t>
            </a:r>
            <a:endParaRPr sz="1100"/>
          </a:p>
        </p:txBody>
      </p:sp>
      <p:sp>
        <p:nvSpPr>
          <p:cNvPr id="2066329197" name=""/>
          <p:cNvSpPr/>
          <p:nvPr/>
        </p:nvSpPr>
        <p:spPr bwMode="auto">
          <a:xfrm rot="0" flipH="0" flipV="0">
            <a:off x="6463137" y="4854758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Image8</a:t>
            </a:r>
            <a:endParaRPr sz="1800"/>
          </a:p>
        </p:txBody>
      </p:sp>
      <p:sp>
        <p:nvSpPr>
          <p:cNvPr id="14442824" name=""/>
          <p:cNvSpPr/>
          <p:nvPr/>
        </p:nvSpPr>
        <p:spPr bwMode="auto">
          <a:xfrm rot="0" flipH="0" flipV="0">
            <a:off x="5463946" y="4854758"/>
            <a:ext cx="954282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Image7</a:t>
            </a:r>
            <a:endParaRPr sz="1800"/>
          </a:p>
        </p:txBody>
      </p:sp>
      <p:sp>
        <p:nvSpPr>
          <p:cNvPr id="1240099446" name=""/>
          <p:cNvSpPr/>
          <p:nvPr/>
        </p:nvSpPr>
        <p:spPr bwMode="auto">
          <a:xfrm rot="0" flipH="0" flipV="0">
            <a:off x="4396480" y="4854758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Image6</a:t>
            </a:r>
            <a:endParaRPr sz="1800"/>
          </a:p>
        </p:txBody>
      </p:sp>
      <p:sp>
        <p:nvSpPr>
          <p:cNvPr id="134892137" name=""/>
          <p:cNvSpPr/>
          <p:nvPr/>
        </p:nvSpPr>
        <p:spPr bwMode="auto">
          <a:xfrm rot="0" flipH="0" flipV="0">
            <a:off x="7544140" y="4854758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Image9</a:t>
            </a:r>
            <a:endParaRPr/>
          </a:p>
        </p:txBody>
      </p:sp>
      <p:sp>
        <p:nvSpPr>
          <p:cNvPr id="350523378" name=""/>
          <p:cNvSpPr/>
          <p:nvPr/>
        </p:nvSpPr>
        <p:spPr bwMode="auto">
          <a:xfrm rot="0" flipH="0" flipV="0">
            <a:off x="10027135" y="4854758"/>
            <a:ext cx="999190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Image11</a:t>
            </a:r>
            <a:endParaRPr sz="1800"/>
          </a:p>
        </p:txBody>
      </p:sp>
      <p:sp>
        <p:nvSpPr>
          <p:cNvPr id="1137607854" name=""/>
          <p:cNvSpPr/>
          <p:nvPr/>
        </p:nvSpPr>
        <p:spPr bwMode="auto">
          <a:xfrm rot="0" flipH="0" flipV="0">
            <a:off x="8711895" y="4854758"/>
            <a:ext cx="1188881" cy="79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Image10</a:t>
            </a:r>
            <a:endParaRPr lang="en-US" sz="18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8424480" name=""/>
          <p:cNvSpPr txBox="1"/>
          <p:nvPr/>
        </p:nvSpPr>
        <p:spPr bwMode="auto">
          <a:xfrm rot="0" flipH="0" flipV="0">
            <a:off x="7917680" y="1745685"/>
            <a:ext cx="79637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Home</a:t>
            </a:r>
            <a:endParaRPr sz="1100"/>
          </a:p>
        </p:txBody>
      </p:sp>
      <p:sp>
        <p:nvSpPr>
          <p:cNvPr id="1174466306" name=""/>
          <p:cNvSpPr txBox="1"/>
          <p:nvPr/>
        </p:nvSpPr>
        <p:spPr bwMode="auto">
          <a:xfrm rot="0" flipH="0" flipV="0">
            <a:off x="4184485" y="130735"/>
            <a:ext cx="12441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Index.html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2026-07-28T13:52:39Z</dcterms:modified>
</cp:coreProperties>
</file>